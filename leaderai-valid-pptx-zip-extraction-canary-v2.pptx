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8c7f16527247a2" /><Relationship Type="http://schemas.openxmlformats.org/officeDocument/2006/relationships/extended-properties" Target="/docProps/app.xml" Id="R1f51f84f6ba24fab" /><Relationship Type="http://schemas.openxmlformats.org/officeDocument/2006/relationships/officeDocument" Target="/ppt/presentation.xml" Id="Reb781168675247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b6572730e44eb0"/>
  </p:sldMasterIdLst>
  <p:notesMasterIdLst>
    <p:notesMasterId xmlns:r="http://schemas.openxmlformats.org/officeDocument/2006/relationships" r:id="Rd59e286308e14f95"/>
  </p:notesMasterIdLst>
  <p:sldIdLst>
    <p:sldId xmlns:r="http://schemas.openxmlformats.org/officeDocument/2006/relationships" id="256" r:id="R0d890851304041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bdc9082656439c" /><Relationship Type="http://schemas.openxmlformats.org/officeDocument/2006/relationships/slideMaster" Target="/ppt/slideMasters/slideMaster1.xml" Id="Rb9b6572730e44eb0" /><Relationship Type="http://schemas.openxmlformats.org/officeDocument/2006/relationships/notesMaster" Target="/ppt/notesMasters/notesMaster1.xml" Id="Rd59e286308e14f95" /><Relationship Type="http://schemas.openxmlformats.org/officeDocument/2006/relationships/presProps" Target="/ppt/presProps.xml" Id="R1e8baff0043e4142" /><Relationship Type="http://schemas.openxmlformats.org/officeDocument/2006/relationships/tableStyles" Target="/ppt/tableStyles.xml" Id="Re4f3750f07dd42bd" /><Relationship Type="http://schemas.openxmlformats.org/officeDocument/2006/relationships/slide" Target="/ppt/slides/slide1.xml" Id="R0d890851304041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50fc2b601f46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221d9560064c34" /><Relationship Type="http://schemas.openxmlformats.org/officeDocument/2006/relationships/notesMaster" Target="/ppt/notesMasters/notesMaster1.xml" Id="Raf75e70ee84f49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f0812b5224e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9d03cff894e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0f171b7ec49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c0d89e96048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dbe20a01a4e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8cdde194244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16E60E-C57D-494E-BF13-C578466E1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BD34C3-CF7F-45DC-BBE6-F7EC2E9473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85A564-D141-4238-ABA0-F7CDB429E1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BFE886-8C52-444B-AA16-2D79F1AEC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023DBA-EDA9-4380-A307-3B8C64FC99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DB047F-0BEC-42E4-B925-2EF1CEF984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C8810A-3C61-4124-9482-7D081DDAB2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0425071-24A0-499F-A7A1-3E685793D6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A108FC-0A22-4EB1-9218-B663176258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FB5CF6-5E35-491D-98D5-F2A9DDB01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35e4df22fb40fa" /><Relationship Type="http://schemas.openxmlformats.org/officeDocument/2006/relationships/slideLayout" Target="/ppt/slideLayouts/slideLayout1.xml" Id="R9c69a853b79840ab" /><Relationship Type="http://schemas.openxmlformats.org/officeDocument/2006/relationships/slideLayout" Target="/ppt/slideLayouts/slideLayout2.xml" Id="R661eabaddd914462" /><Relationship Type="http://schemas.openxmlformats.org/officeDocument/2006/relationships/slideLayout" Target="/ppt/slideLayouts/slideLayout3.xml" Id="R299c40e1361c4d23" /><Relationship Type="http://schemas.openxmlformats.org/officeDocument/2006/relationships/slideLayout" Target="/ppt/slideLayouts/slideLayout4.xml" Id="R4f7154f73438496c" /><Relationship Type="http://schemas.openxmlformats.org/officeDocument/2006/relationships/slideLayout" Target="/ppt/slideLayouts/slideLayout5.xml" Id="R0ff25c559a864dda" /><Relationship Type="http://schemas.openxmlformats.org/officeDocument/2006/relationships/slideLayout" Target="/ppt/slideLayouts/slideLayout6.xml" Id="R4d1b4a4cbb4f41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69a853b79840ab"/>
    <p:sldLayoutId xmlns:r="http://schemas.openxmlformats.org/officeDocument/2006/relationships" id="2147483650" r:id="R661eabaddd914462"/>
    <p:sldLayoutId xmlns:r="http://schemas.openxmlformats.org/officeDocument/2006/relationships" id="2147483651" r:id="R299c40e1361c4d23"/>
    <p:sldLayoutId xmlns:r="http://schemas.openxmlformats.org/officeDocument/2006/relationships" id="2147483652" r:id="R4f7154f73438496c"/>
    <p:sldLayoutId xmlns:r="http://schemas.openxmlformats.org/officeDocument/2006/relationships" id="2147483653" r:id="R0ff25c559a864dda"/>
    <p:sldLayoutId xmlns:r="http://schemas.openxmlformats.org/officeDocument/2006/relationships" id="2147483654" r:id="R4d1b4a4cbb4f41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edb89c385468f" /><Relationship Type="http://schemas.openxmlformats.org/officeDocument/2006/relationships/notesSlide" Target="/ppt/notesSlides/notesSlide1.xml" Id="Rdeb915d442a847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91E35-A817-4C6B-A40E-B5AFCB3C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52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2937"/>
                </a:solidFill>
              </a:defRPr>
            </a:pPr>
            <a:r>
              <a:rPr sz="2850" b="1">
                <a:solidFill>
                  <a:srgbClr val="1F2937"/>
                </a:solidFill>
              </a:rPr>
              <a:t>LeaderAI ZIP extraction canary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DA880-0AFA-4AB6-BFE6-719DF0E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37415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374151"/>
                </a:solidFill>
              </a:defRPr>
            </a:pPr>
            <a:r>
              <a:rPr sz="1800">
                <a:solidFill>
                  <a:srgbClr val="374151"/>
                </a:solidFill>
              </a:rPr>
              <a:t>LEADERAI-ZIP-EXTRACT-CANARY-V2-20261013</a:t>
            </a:r>
          </a:p>
          <a:p xmlns:a="http://schemas.openxmlformats.org/drawingml/2006/main">
            <a:pPr>
              <a:defRPr sz="1800">
                <a:solidFill>
                  <a:srgbClr val="374151"/>
                </a:solidFill>
              </a:defRPr>
            </a:pPr>
            <a:r>
              <a:rPr sz="1800">
                <a:solidFill>
                  <a:srgbClr val="374151"/>
                </a:solidFill>
              </a:rPr>
              <a:t>Authorized, non-destructive archive extraction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BA48D-95E1-4256-9C90-7567828F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B7280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The archive contains harmless path traversal marker entries.</a:t>
            </a:r>
          </a:p>
        </p:txBody>
      </p:sp>
    </p:spTree>
    <p:extLst>
      <p:ext uri="{BB962C8B-B14F-4D97-AF65-F5344CB8AC3E}">
        <p14:creationId xmlns:p14="http://schemas.microsoft.com/office/powerpoint/2010/main" val="982766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../../leaderai-zipslip-two-level-canary-v2.txt>LEADERAI-ZIP-EXTRACT-CANARY-V2-20261013
ZIP_SLIP_TWO_LEVEL_TRAVERSAL

</file>

<file path=../leaderai-backslash-traversal-canary-v2.txt>LEADERAI-ZIP-EXTRACT-CANARY-V2-20261013
ZIP_SLIP_BACKSLASH_TRAVERSAL

</file>

<file path=../leaderai-zipslip-canary-v2.txt>LEADERAI-ZIP-EXTRACT-CANARY-V2-20261013
ZIP_SLIP_PARENT_TRAVERSAL

</file>

<file path=/tmp/leaderai-absolute-path-canary-v2.txt>LEADERAI-ZIP-EXTRACT-CANARY-V2-20261013
ZIP_ABSOLUTE_POSIX_PATH

</file>

<file path=C:/Windows/Temp/leaderai-absolute-path-canary-v2.txt>LEADERAI-ZIP-EXTRACT-CANARY-V2-20261013
ZIP_ABSOLUTE_WINDOWS_PATH

</file>

<file path=canary/safe-control.txt>LEADERAI-ZIP-EXTRACT-CANARY-V2-20261013
SAFE_CONTROL_ENTRY
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2026-10-13T10:05:31.5230000Z</dcterms:created>
  <dcterms:modified xsi:type="dcterms:W3CDTF">2026-10-13T10:05:31.5230000Z</dcterms:modified>
</coreProperties>
</file>